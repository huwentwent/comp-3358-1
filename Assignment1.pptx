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7" r:id="rId3"/>
    <p:sldId id="285" r:id="rId4"/>
    <p:sldId id="286" r:id="rId5"/>
    <p:sldId id="289" r:id="rId6"/>
    <p:sldId id="287" r:id="rId7"/>
    <p:sldId id="288" r:id="rId8"/>
    <p:sldId id="290" r:id="rId9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8"/>
  </p:normalViewPr>
  <p:slideViewPr>
    <p:cSldViewPr snapToGrid="0">
      <p:cViewPr varScale="1">
        <p:scale>
          <a:sx n="117" d="100"/>
          <a:sy n="117" d="100"/>
        </p:scale>
        <p:origin x="6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C37E0-12D4-4668-B28B-8900BB32FE53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53DED-7352-4C6C-AAD8-4A9DD8A4CEC4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1776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C53DED-7352-4C6C-AAD8-4A9DD8A4CEC4}" type="slidenum">
              <a:rPr lang="zh-HK" altLang="en-US" smtClean="0"/>
              <a:t>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40856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HK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0838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1118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4763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1436914"/>
            <a:ext cx="4184035" cy="4604447"/>
          </a:xfrm>
        </p:spPr>
        <p:txBody>
          <a:bodyPr/>
          <a:lstStyle/>
          <a:p>
            <a:pPr lvl="0"/>
            <a:r>
              <a:rPr lang="en-US" altLang="zh-HK" dirty="0"/>
              <a:t>Click to edit Master text styles</a:t>
            </a:r>
          </a:p>
          <a:p>
            <a:pPr lvl="1"/>
            <a:r>
              <a:rPr lang="en-US" altLang="zh-HK" dirty="0"/>
              <a:t>Second level</a:t>
            </a:r>
          </a:p>
          <a:p>
            <a:pPr lvl="2"/>
            <a:r>
              <a:rPr lang="en-US" altLang="zh-HK" dirty="0"/>
              <a:t>Third level</a:t>
            </a:r>
          </a:p>
          <a:p>
            <a:pPr lvl="3"/>
            <a:r>
              <a:rPr lang="en-US" altLang="zh-HK" dirty="0"/>
              <a:t>Fourth level</a:t>
            </a:r>
          </a:p>
          <a:p>
            <a:pPr lvl="4"/>
            <a:r>
              <a:rPr lang="en-US" altLang="zh-HK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1436915"/>
            <a:ext cx="4184034" cy="460444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40690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1431680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095671"/>
            <a:ext cx="4185623" cy="3945691"/>
          </a:xfrm>
        </p:spPr>
        <p:txBody>
          <a:bodyPr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1431680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095671"/>
            <a:ext cx="4185617" cy="3945691"/>
          </a:xfrm>
        </p:spPr>
        <p:txBody>
          <a:bodyPr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0510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3747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74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8904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08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73743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5807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93487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8586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5782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76822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3080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4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HK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1435497"/>
            <a:ext cx="8596668" cy="4605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2CBE9-3B32-4DA5-A53B-5D396AE1AC34}" type="datetimeFigureOut">
              <a:rPr lang="zh-HK" altLang="en-US" smtClean="0"/>
              <a:t>06/02/24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63BBFDB-3614-47E9-8620-06FA90A2A09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5891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zh-HK" dirty="0"/>
            </a:br>
            <a:br>
              <a:rPr lang="en-US" altLang="zh-HK" dirty="0"/>
            </a:br>
            <a:r>
              <a:rPr lang="en-US" altLang="zh-HK" dirty="0"/>
              <a:t>Assignment 1</a:t>
            </a:r>
            <a:endParaRPr lang="zh-HK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COMP3358 Distributed and Parallel Computing</a:t>
            </a:r>
          </a:p>
          <a:p>
            <a:endParaRPr lang="en-US" altLang="zh-HK" dirty="0"/>
          </a:p>
        </p:txBody>
      </p:sp>
    </p:spTree>
    <p:extLst>
      <p:ext uri="{BB962C8B-B14F-4D97-AF65-F5344CB8AC3E}">
        <p14:creationId xmlns:p14="http://schemas.microsoft.com/office/powerpoint/2010/main" val="324440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322" y="651901"/>
            <a:ext cx="8596668" cy="734351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7334" y="1386252"/>
            <a:ext cx="8596668" cy="4605865"/>
          </a:xfrm>
        </p:spPr>
        <p:txBody>
          <a:bodyPr/>
          <a:lstStyle/>
          <a:p>
            <a:r>
              <a:rPr lang="en-US" altLang="zh-HK" dirty="0"/>
              <a:t>A </a:t>
            </a:r>
            <a:r>
              <a:rPr lang="en-US" altLang="zh-HK" b="1" dirty="0"/>
              <a:t>24-game</a:t>
            </a:r>
            <a:r>
              <a:rPr lang="en-US" altLang="zh-HK" dirty="0"/>
              <a:t> game system played with poker playing card</a:t>
            </a:r>
          </a:p>
          <a:p>
            <a:r>
              <a:rPr lang="en-US" altLang="zh-HK" dirty="0"/>
              <a:t>Consists of:</a:t>
            </a:r>
          </a:p>
          <a:p>
            <a:pPr lvl="1"/>
            <a:r>
              <a:rPr lang="en-US" altLang="zh-HK" dirty="0"/>
              <a:t>A </a:t>
            </a:r>
            <a:r>
              <a:rPr lang="en-US" altLang="zh-HK" b="1" dirty="0"/>
              <a:t>server</a:t>
            </a:r>
            <a:r>
              <a:rPr lang="en-US" altLang="zh-HK" dirty="0"/>
              <a:t> that handle user login, user matching, and gaming support</a:t>
            </a:r>
          </a:p>
          <a:p>
            <a:pPr lvl="1"/>
            <a:r>
              <a:rPr lang="en-US" altLang="zh-HK" dirty="0"/>
              <a:t>A </a:t>
            </a:r>
            <a:r>
              <a:rPr lang="en-US" altLang="zh-HK" b="1" dirty="0"/>
              <a:t>client</a:t>
            </a:r>
            <a:r>
              <a:rPr lang="en-US" altLang="zh-HK" dirty="0"/>
              <a:t> that allow users to login and play games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9342" y="5622785"/>
            <a:ext cx="269496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HK" dirty="0"/>
              <a:t>Solution: 4*(7-3)+8 = 24 </a:t>
            </a:r>
            <a:endParaRPr lang="zh-HK" altLang="en-US" dirty="0"/>
          </a:p>
        </p:txBody>
      </p:sp>
      <p:pic>
        <p:nvPicPr>
          <p:cNvPr id="1030" name="Picture 6" descr="http://mygoodparenting.com/wp-content/uploads/2012/08/33976-3D_3-4-7-8-300x300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051" y="651901"/>
            <a:ext cx="1554503" cy="155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119" y="3272849"/>
            <a:ext cx="1369873" cy="198905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199" y="3272849"/>
            <a:ext cx="1369873" cy="198905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279" y="3272849"/>
            <a:ext cx="1369873" cy="198905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039" y="3272849"/>
            <a:ext cx="1369873" cy="198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5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Tentative assignments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Assignment 1: </a:t>
            </a:r>
            <a:r>
              <a:rPr lang="en-US" altLang="zh-HK" b="1" dirty="0"/>
              <a:t>RMI</a:t>
            </a:r>
            <a:r>
              <a:rPr lang="en-US" altLang="zh-HK" dirty="0"/>
              <a:t> – handles user registration and login</a:t>
            </a:r>
          </a:p>
          <a:p>
            <a:r>
              <a:rPr lang="en-US" altLang="zh-HK" dirty="0"/>
              <a:t>Assignment 2: </a:t>
            </a:r>
            <a:r>
              <a:rPr lang="en-US" altLang="zh-HK" b="1" dirty="0"/>
              <a:t>JDBC</a:t>
            </a:r>
            <a:r>
              <a:rPr lang="en-US" altLang="zh-HK" dirty="0"/>
              <a:t> – handles data storage and retrieval</a:t>
            </a:r>
          </a:p>
          <a:p>
            <a:r>
              <a:rPr lang="en-US" altLang="zh-HK" dirty="0"/>
              <a:t>Assignment 3: </a:t>
            </a:r>
            <a:r>
              <a:rPr lang="en-US" altLang="zh-HK" b="1" dirty="0"/>
              <a:t>JMS</a:t>
            </a:r>
            <a:r>
              <a:rPr lang="en-US" altLang="zh-HK" dirty="0"/>
              <a:t> – handle client-server communication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035168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UI flow</a:t>
            </a:r>
            <a:endParaRPr lang="zh-HK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08" y="4273986"/>
            <a:ext cx="1853565" cy="8601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62" y="1701724"/>
            <a:ext cx="2106930" cy="16868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7997" y="4073461"/>
            <a:ext cx="2106930" cy="20735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710" y="1495098"/>
            <a:ext cx="3400425" cy="20669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1222" y="4239340"/>
            <a:ext cx="3400425" cy="2066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4353" y="1062179"/>
            <a:ext cx="3400425" cy="2066925"/>
          </a:xfrm>
          <a:prstGeom prst="rect">
            <a:avLst/>
          </a:prstGeom>
        </p:spPr>
      </p:pic>
      <p:sp>
        <p:nvSpPr>
          <p:cNvPr id="164" name="Down Arrow 163"/>
          <p:cNvSpPr/>
          <p:nvPr/>
        </p:nvSpPr>
        <p:spPr>
          <a:xfrm rot="19137622">
            <a:off x="2688053" y="3485423"/>
            <a:ext cx="484632" cy="429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5" name="Down Arrow 164"/>
          <p:cNvSpPr/>
          <p:nvPr/>
        </p:nvSpPr>
        <p:spPr>
          <a:xfrm>
            <a:off x="999875" y="3731190"/>
            <a:ext cx="484632" cy="429698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6" name="Down Arrow 165"/>
          <p:cNvSpPr/>
          <p:nvPr/>
        </p:nvSpPr>
        <p:spPr>
          <a:xfrm rot="5681676">
            <a:off x="2252738" y="4660157"/>
            <a:ext cx="484632" cy="429698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7" name="Down Arrow 166"/>
          <p:cNvSpPr/>
          <p:nvPr/>
        </p:nvSpPr>
        <p:spPr>
          <a:xfrm rot="15959741">
            <a:off x="2780641" y="2300783"/>
            <a:ext cx="484632" cy="429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8" name="Down Arrow 167"/>
          <p:cNvSpPr/>
          <p:nvPr/>
        </p:nvSpPr>
        <p:spPr>
          <a:xfrm rot="19137622">
            <a:off x="6683805" y="3731190"/>
            <a:ext cx="484632" cy="429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9" name="Down Arrow 168"/>
          <p:cNvSpPr/>
          <p:nvPr/>
        </p:nvSpPr>
        <p:spPr>
          <a:xfrm rot="1701166">
            <a:off x="8409766" y="3682117"/>
            <a:ext cx="484632" cy="429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70" name="Down Arrow 169"/>
          <p:cNvSpPr/>
          <p:nvPr/>
        </p:nvSpPr>
        <p:spPr>
          <a:xfrm rot="15784931">
            <a:off x="7099797" y="2147221"/>
            <a:ext cx="484632" cy="429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73" name="Down Arrow 172"/>
          <p:cNvSpPr/>
          <p:nvPr/>
        </p:nvSpPr>
        <p:spPr>
          <a:xfrm rot="11150100">
            <a:off x="4131390" y="3593951"/>
            <a:ext cx="484632" cy="429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74" name="Down Arrow 173"/>
          <p:cNvSpPr/>
          <p:nvPr/>
        </p:nvSpPr>
        <p:spPr>
          <a:xfrm rot="8020616">
            <a:off x="6129876" y="3685831"/>
            <a:ext cx="484632" cy="429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75" name="Down Arrow 174"/>
          <p:cNvSpPr/>
          <p:nvPr/>
        </p:nvSpPr>
        <p:spPr>
          <a:xfrm rot="12378268">
            <a:off x="8098586" y="3307010"/>
            <a:ext cx="484632" cy="429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76" name="Down Arrow 175"/>
          <p:cNvSpPr/>
          <p:nvPr/>
        </p:nvSpPr>
        <p:spPr>
          <a:xfrm rot="4870326">
            <a:off x="7037743" y="2645414"/>
            <a:ext cx="484632" cy="429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77" name="TextBox 176"/>
          <p:cNvSpPr txBox="1"/>
          <p:nvPr/>
        </p:nvSpPr>
        <p:spPr>
          <a:xfrm>
            <a:off x="2709279" y="1947234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Login</a:t>
            </a:r>
            <a:endParaRPr lang="zh-HK" altLang="en-US" dirty="0"/>
          </a:p>
        </p:txBody>
      </p:sp>
      <p:sp>
        <p:nvSpPr>
          <p:cNvPr id="178" name="TextBox 177"/>
          <p:cNvSpPr txBox="1"/>
          <p:nvPr/>
        </p:nvSpPr>
        <p:spPr>
          <a:xfrm>
            <a:off x="1794817" y="3311500"/>
            <a:ext cx="1018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Register</a:t>
            </a:r>
            <a:endParaRPr lang="zh-HK" altLang="en-US" dirty="0"/>
          </a:p>
        </p:txBody>
      </p:sp>
      <p:sp>
        <p:nvSpPr>
          <p:cNvPr id="179" name="TextBox 178"/>
          <p:cNvSpPr txBox="1"/>
          <p:nvPr/>
        </p:nvSpPr>
        <p:spPr>
          <a:xfrm>
            <a:off x="4587749" y="3614060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Register</a:t>
            </a:r>
            <a:endParaRPr lang="zh-HK" altLang="en-US" dirty="0"/>
          </a:p>
        </p:txBody>
      </p:sp>
      <p:sp>
        <p:nvSpPr>
          <p:cNvPr id="180" name="TextBox 179"/>
          <p:cNvSpPr txBox="1"/>
          <p:nvPr/>
        </p:nvSpPr>
        <p:spPr>
          <a:xfrm>
            <a:off x="7148281" y="3234462"/>
            <a:ext cx="1132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Section changes</a:t>
            </a:r>
            <a:endParaRPr lang="zh-HK" altLang="en-US" dirty="0"/>
          </a:p>
        </p:txBody>
      </p:sp>
      <p:sp>
        <p:nvSpPr>
          <p:cNvPr id="181" name="TextBox 180"/>
          <p:cNvSpPr txBox="1"/>
          <p:nvPr/>
        </p:nvSpPr>
        <p:spPr>
          <a:xfrm>
            <a:off x="1444400" y="3870008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>
                <a:solidFill>
                  <a:srgbClr val="C00000"/>
                </a:solidFill>
              </a:rPr>
              <a:t>Error</a:t>
            </a:r>
            <a:endParaRPr lang="zh-HK" altLang="en-US" dirty="0">
              <a:solidFill>
                <a:srgbClr val="C00000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2158524" y="5134094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>
                <a:solidFill>
                  <a:srgbClr val="C00000"/>
                </a:solidFill>
              </a:rPr>
              <a:t>Error</a:t>
            </a:r>
            <a:endParaRPr lang="zh-HK" altLang="en-US" dirty="0">
              <a:solidFill>
                <a:srgbClr val="C00000"/>
              </a:solidFill>
            </a:endParaRPr>
          </a:p>
        </p:txBody>
      </p:sp>
      <p:sp>
        <p:nvSpPr>
          <p:cNvPr id="183" name="TextBox 182"/>
          <p:cNvSpPr txBox="1"/>
          <p:nvPr/>
        </p:nvSpPr>
        <p:spPr>
          <a:xfrm rot="20936586">
            <a:off x="4990041" y="2738903"/>
            <a:ext cx="1727391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HK" sz="1400" dirty="0"/>
              <a:t>Use arbitrary data in assignment 1</a:t>
            </a:r>
            <a:endParaRPr lang="zh-HK" altLang="en-US" sz="1400" dirty="0"/>
          </a:p>
        </p:txBody>
      </p:sp>
      <p:sp>
        <p:nvSpPr>
          <p:cNvPr id="184" name="TextBox 183"/>
          <p:cNvSpPr txBox="1"/>
          <p:nvPr/>
        </p:nvSpPr>
        <p:spPr>
          <a:xfrm rot="20936586">
            <a:off x="9312283" y="2419691"/>
            <a:ext cx="1727391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HK" sz="1400" dirty="0"/>
              <a:t>Use arbitrary data in assignment 1</a:t>
            </a:r>
            <a:endParaRPr lang="zh-HK" altLang="en-US" sz="1400" dirty="0"/>
          </a:p>
        </p:txBody>
      </p:sp>
      <p:sp>
        <p:nvSpPr>
          <p:cNvPr id="185" name="TextBox 184"/>
          <p:cNvSpPr txBox="1"/>
          <p:nvPr/>
        </p:nvSpPr>
        <p:spPr>
          <a:xfrm rot="20936586">
            <a:off x="8007107" y="5486598"/>
            <a:ext cx="1486541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HK" sz="1400" dirty="0"/>
              <a:t>Not needed in assignment 1</a:t>
            </a:r>
            <a:endParaRPr lang="zh-HK" altLang="en-US" sz="1400" dirty="0"/>
          </a:p>
        </p:txBody>
      </p:sp>
      <p:sp>
        <p:nvSpPr>
          <p:cNvPr id="186" name="TextBox 185"/>
          <p:cNvSpPr txBox="1"/>
          <p:nvPr/>
        </p:nvSpPr>
        <p:spPr>
          <a:xfrm>
            <a:off x="2962319" y="227055"/>
            <a:ext cx="4379794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HK" dirty="0"/>
              <a:t>Note that you only need to follow the flow. You can design your own UI, this is just an example.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94986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Assignment 1 – user data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In assignment 1, the server must maintain two files</a:t>
            </a:r>
          </a:p>
          <a:p>
            <a:pPr lvl="1"/>
            <a:r>
              <a:rPr lang="en-US" altLang="zh-HK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UserInfo.txt</a:t>
            </a:r>
            <a:r>
              <a:rPr lang="en-US" altLang="zh-HK" dirty="0"/>
              <a:t> – storing registered user information</a:t>
            </a:r>
          </a:p>
          <a:p>
            <a:pPr lvl="2"/>
            <a:r>
              <a:rPr lang="en-US" altLang="zh-HK" dirty="0"/>
              <a:t>Persistence across server execution</a:t>
            </a:r>
          </a:p>
          <a:p>
            <a:pPr lvl="2"/>
            <a:r>
              <a:rPr lang="en-US" altLang="zh-HK" dirty="0"/>
              <a:t>Used to authenticate user</a:t>
            </a:r>
          </a:p>
          <a:p>
            <a:pPr lvl="2"/>
            <a:r>
              <a:rPr lang="en-US" altLang="zh-HK" dirty="0"/>
              <a:t>Updated in successful user registration</a:t>
            </a:r>
          </a:p>
          <a:p>
            <a:pPr lvl="2"/>
            <a:r>
              <a:rPr lang="en-US" altLang="zh-HK" dirty="0"/>
              <a:t>Checked to avoid duplicating user name during registration</a:t>
            </a:r>
          </a:p>
          <a:p>
            <a:pPr lvl="1"/>
            <a:r>
              <a:rPr lang="en-US" altLang="zh-HK" b="1" dirty="0">
                <a:latin typeface="Courier New" panose="02070309020205020404" pitchFamily="49" charset="0"/>
                <a:cs typeface="Courier New" panose="02070309020205020404" pitchFamily="49" charset="0"/>
              </a:rPr>
              <a:t>OnlineUser.txt</a:t>
            </a:r>
            <a:r>
              <a:rPr lang="en-US" altLang="zh-HK" dirty="0"/>
              <a:t> – keeping a list of online users</a:t>
            </a:r>
          </a:p>
          <a:p>
            <a:pPr lvl="2"/>
            <a:r>
              <a:rPr lang="en-US" altLang="zh-HK" dirty="0"/>
              <a:t>Cleared when server start</a:t>
            </a:r>
          </a:p>
          <a:p>
            <a:pPr lvl="2"/>
            <a:r>
              <a:rPr lang="en-US" altLang="zh-HK" dirty="0"/>
              <a:t>Updated when user login/logout</a:t>
            </a:r>
          </a:p>
          <a:p>
            <a:pPr lvl="2"/>
            <a:r>
              <a:rPr lang="en-US" altLang="zh-HK" dirty="0"/>
              <a:t>Checked to avoid multiple login</a:t>
            </a:r>
          </a:p>
          <a:p>
            <a:r>
              <a:rPr lang="en-US" altLang="zh-HK" dirty="0"/>
              <a:t>Note that this will be replaced by the use of database in assignment 2</a:t>
            </a:r>
          </a:p>
          <a:p>
            <a:pPr lvl="1"/>
            <a:r>
              <a:rPr lang="en-US" altLang="zh-HK" dirty="0"/>
              <a:t>You may want to plan ahead</a:t>
            </a:r>
          </a:p>
          <a:p>
            <a:pPr lvl="2"/>
            <a:endParaRPr lang="en-US" altLang="zh-HK" dirty="0"/>
          </a:p>
        </p:txBody>
      </p:sp>
    </p:spTree>
    <p:extLst>
      <p:ext uri="{BB962C8B-B14F-4D97-AF65-F5344CB8AC3E}">
        <p14:creationId xmlns:p14="http://schemas.microsoft.com/office/powerpoint/2010/main" val="715792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Assignment 1 - RMI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The server must use RMI to support the following functions:</a:t>
            </a:r>
          </a:p>
          <a:p>
            <a:pPr lvl="1"/>
            <a:r>
              <a:rPr lang="en-US" altLang="zh-HK" b="1" dirty="0"/>
              <a:t>Login</a:t>
            </a:r>
          </a:p>
          <a:p>
            <a:pPr lvl="2"/>
            <a:r>
              <a:rPr lang="en-US" altLang="zh-HK" dirty="0"/>
              <a:t>validate user from </a:t>
            </a:r>
            <a:r>
              <a:rPr lang="en-US" altLang="zh-HK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UserInfo.txt</a:t>
            </a:r>
          </a:p>
          <a:p>
            <a:pPr lvl="2"/>
            <a:r>
              <a:rPr lang="en-US" altLang="zh-HK" dirty="0"/>
              <a:t>avoid repeated login using </a:t>
            </a:r>
            <a:r>
              <a:rPr lang="en-US" altLang="zh-HK" b="1" dirty="0">
                <a:latin typeface="Courier New" panose="02070309020205020404" pitchFamily="49" charset="0"/>
                <a:cs typeface="Courier New" panose="02070309020205020404" pitchFamily="49" charset="0"/>
              </a:rPr>
              <a:t>OnlineUser.txt</a:t>
            </a:r>
          </a:p>
          <a:p>
            <a:pPr lvl="2"/>
            <a:r>
              <a:rPr lang="en-US" altLang="zh-HK" dirty="0"/>
              <a:t>update </a:t>
            </a:r>
            <a:r>
              <a:rPr lang="en-US" altLang="zh-HK" b="1" dirty="0">
                <a:latin typeface="Courier New" panose="02070309020205020404" pitchFamily="49" charset="0"/>
                <a:cs typeface="Courier New" panose="02070309020205020404" pitchFamily="49" charset="0"/>
              </a:rPr>
              <a:t>OnlineUser.txt</a:t>
            </a:r>
          </a:p>
          <a:p>
            <a:pPr lvl="1"/>
            <a:r>
              <a:rPr lang="en-US" altLang="zh-HK" b="1" dirty="0"/>
              <a:t>Register</a:t>
            </a:r>
          </a:p>
          <a:p>
            <a:pPr lvl="2"/>
            <a:r>
              <a:rPr lang="en-US" altLang="zh-HK" dirty="0"/>
              <a:t>avoid duplicating user name with </a:t>
            </a:r>
            <a:r>
              <a:rPr lang="en-US" altLang="zh-HK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UserInfo.txt</a:t>
            </a:r>
          </a:p>
          <a:p>
            <a:pPr lvl="2"/>
            <a:r>
              <a:rPr lang="en-US" altLang="zh-HK" dirty="0"/>
              <a:t>login user (update </a:t>
            </a:r>
            <a:r>
              <a:rPr lang="en-US" altLang="zh-HK" b="1" dirty="0">
                <a:latin typeface="Courier New" panose="02070309020205020404" pitchFamily="49" charset="0"/>
                <a:cs typeface="Courier New" panose="02070309020205020404" pitchFamily="49" charset="0"/>
              </a:rPr>
              <a:t>OnlineUser.txt</a:t>
            </a:r>
            <a:r>
              <a:rPr lang="en-US" altLang="zh-HK" dirty="0"/>
              <a:t>)</a:t>
            </a:r>
          </a:p>
          <a:p>
            <a:pPr lvl="1"/>
            <a:r>
              <a:rPr lang="en-US" altLang="zh-HK" b="1" dirty="0"/>
              <a:t>Logout</a:t>
            </a:r>
          </a:p>
          <a:p>
            <a:pPr lvl="2"/>
            <a:r>
              <a:rPr lang="en-US" altLang="zh-HK" dirty="0"/>
              <a:t>update </a:t>
            </a:r>
            <a:r>
              <a:rPr lang="en-US" altLang="zh-HK" b="1" dirty="0">
                <a:latin typeface="Courier New" panose="02070309020205020404" pitchFamily="49" charset="0"/>
                <a:cs typeface="Courier New" panose="02070309020205020404" pitchFamily="49" charset="0"/>
              </a:rPr>
              <a:t>OnlineUser.txt</a:t>
            </a:r>
          </a:p>
        </p:txBody>
      </p:sp>
    </p:spTree>
    <p:extLst>
      <p:ext uri="{BB962C8B-B14F-4D97-AF65-F5344CB8AC3E}">
        <p14:creationId xmlns:p14="http://schemas.microsoft.com/office/powerpoint/2010/main" val="10688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New policy file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grant {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permission </a:t>
            </a:r>
            <a:r>
              <a:rPr lang="en-US" altLang="zh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java.net.SocketPermission</a:t>
            </a: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"*:1024-65535", "</a:t>
            </a:r>
            <a:r>
              <a:rPr lang="en-US" altLang="zh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connect,accept</a:t>
            </a: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permission </a:t>
            </a:r>
            <a:r>
              <a:rPr lang="en-US" altLang="zh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java.net.SocketPermission</a:t>
            </a: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"*:80", "connect";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permission </a:t>
            </a:r>
            <a:r>
              <a:rPr lang="en-US" altLang="zh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java.io.FilePermission</a:t>
            </a: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"UserInfo.txt", "</a:t>
            </a:r>
            <a:r>
              <a:rPr lang="en-US" altLang="zh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read,write</a:t>
            </a: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permission </a:t>
            </a:r>
            <a:r>
              <a:rPr lang="en-US" altLang="zh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java.io.FilePermission</a:t>
            </a: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"OnlineUser.txt", "</a:t>
            </a:r>
            <a:r>
              <a:rPr lang="en-US" altLang="zh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read,write</a:t>
            </a: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4" name="Rectangle 3"/>
          <p:cNvSpPr/>
          <p:nvPr/>
        </p:nvSpPr>
        <p:spPr>
          <a:xfrm>
            <a:off x="1131216" y="2384981"/>
            <a:ext cx="7154945" cy="7729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764490" y="3157979"/>
            <a:ext cx="4382931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HK" dirty="0"/>
              <a:t>Need these because of security manager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20499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Submission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HK" dirty="0"/>
          </a:p>
          <a:p>
            <a:r>
              <a:rPr lang="en-US" altLang="zh-HK" b="1" dirty="0"/>
              <a:t>Please do the programming assignments on your virtual machine. Submit the code you have write (</a:t>
            </a:r>
            <a:r>
              <a:rPr lang="en-US" altLang="zh-HK" dirty="0"/>
              <a:t>all necessary *.java files </a:t>
            </a:r>
            <a:r>
              <a:rPr lang="en-US" altLang="zh-HK" b="1" dirty="0"/>
              <a:t>) and a document to Moodle (better in pdf format). The doc should </a:t>
            </a:r>
            <a:r>
              <a:rPr lang="en-US" altLang="zh-HK" b="1" dirty="0">
                <a:solidFill>
                  <a:srgbClr val="FF0000"/>
                </a:solidFill>
              </a:rPr>
              <a:t>contain screen shots and some short description on how you ran the GUI, including login, register, and logout.</a:t>
            </a:r>
            <a:endParaRPr lang="en-US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7302149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953</TotalTime>
  <Words>412</Words>
  <Application>Microsoft Macintosh PowerPoint</Application>
  <PresentationFormat>Widescreen</PresentationFormat>
  <Paragraphs>59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Trebuchet MS</vt:lpstr>
      <vt:lpstr>Wingdings 3</vt:lpstr>
      <vt:lpstr>Facet</vt:lpstr>
      <vt:lpstr>  Assignment 1</vt:lpstr>
      <vt:lpstr>Overview</vt:lpstr>
      <vt:lpstr>Tentative assignments</vt:lpstr>
      <vt:lpstr>UI flow</vt:lpstr>
      <vt:lpstr>Assignment 1 – user data</vt:lpstr>
      <vt:lpstr>Assignment 1 - RMI</vt:lpstr>
      <vt:lpstr>New policy file</vt:lpstr>
      <vt:lpstr>Submission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1: Java Networking and Threads</dc:title>
  <dc:creator>Kevin Lam</dc:creator>
  <cp:lastModifiedBy>hzsong@connect.hku.hk</cp:lastModifiedBy>
  <cp:revision>543</cp:revision>
  <dcterms:created xsi:type="dcterms:W3CDTF">2015-01-21T10:31:17Z</dcterms:created>
  <dcterms:modified xsi:type="dcterms:W3CDTF">2024-02-06T09:19:56Z</dcterms:modified>
</cp:coreProperties>
</file>